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0376-D751-4932-9E02-0A9AD6CB6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54570-6B01-4FD1-BBAD-F4D5B4E66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0276A-F1B8-4410-918B-5AF7FD3E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A86A-3C75-4015-A273-61DF51E1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CB1D1-B6DB-4418-8018-D02F3CE1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6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491D-9384-486E-B275-7B4C4C9F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78625-B0A1-4A15-84DB-3FBE1200D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DF205-5FA4-4B51-82C4-436875DB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01E39-30FD-46D1-B4B3-8657AB93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E2942-BDFD-4774-BAED-B40B5611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1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B3AC-7EDF-4039-930A-E952F5B1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EB1F4-768A-468E-BA5A-B09FD4D61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40AD4-4DEA-4FD4-962E-8CE1978B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2AF3-B11C-413E-AB5B-C4FBD3E8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E47DD-5301-40B7-AF94-E3B05BEC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6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59AA-1C31-4249-B13F-FDC781655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1A4B8-FCC6-4746-89FE-672CFE15E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A1726-7C0F-44C3-8478-4D70D70CE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0D7DE-5841-4E1E-887D-C891AA51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0FB14-4B37-4798-934C-4E39E5170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FF8D4-93F1-4664-9D5E-4FE3FBA3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7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3650-D172-4871-A377-3CDCD8D0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7EB0D-1E8A-4523-B695-793596EDC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6DA0E-B134-42B6-B0CA-17E996EDC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A464D-1D49-461B-804E-2AC1F2FAB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BB9EAE-3FE4-46A2-9920-97B15E685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135617-4508-4C13-97CA-073A20AD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8F303-3E96-4E1A-B33E-1690FA62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CBDE8-28B9-408A-9BF2-9AF98B9D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1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5064-965E-4F59-BF8F-90A84590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3EA7A-4AB4-4E59-8889-9D95B280C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5047C-EA4A-4AEE-91C5-CA355A02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6C734-8C57-42A1-B72B-F0ADF9D1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0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CC059-0D2A-49C8-A02B-8FABC1F9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BD5FC-742F-40FD-9E32-15F172D5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D1672-7D6D-46E2-B099-91A6E232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2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79A0-C277-4CCC-B6B2-81011B09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4A1BC-A507-48C5-84D2-67F76D23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8D814-1BE8-46D9-AD37-C382639FA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04D51-F798-4E5C-BEE6-87487B7B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74F50-3C55-4D0E-8EBC-83035633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9BB99-1C04-4968-BE11-460FEB43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5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CD69-50A1-4FA3-B3C5-72185F8B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338983-5CA8-4E2C-9D38-C0AB177FD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4AC6F-B3CA-444B-AA87-33E7835F9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DBF5A-924D-4DAC-8478-B29B0824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8BCD4-784F-4DCD-8D8F-0D1888C1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3980A-410D-4B39-9A7A-C60BA94B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7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7034-A856-4A66-826C-072F1CD0E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0F8B2-9C3B-4BF4-9566-87FE83E94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E0BEC-755A-4771-8577-55EFA533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6337-2553-4C90-834E-4EB86F96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89448-644F-46D8-A7A1-82351AAD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7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DDCA6-E3AF-498E-89FD-538F3EC71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B2853-4172-4EE2-9C17-CC0C3EC45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06420-165D-4CA5-B9F2-D8127A2C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81E7-D62E-4109-89ED-AD8B0068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472D7-09C5-4BE0-A610-A161DF2B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9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3E5BD-A858-4E0F-9D58-448D5F0D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88FA8-869C-4D3B-AC5E-702D18F4D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66B5-F28B-443E-A2C8-D6CDB84A3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E9608-0DAA-4543-AC35-F7A5C50E2915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FD239-D333-427D-BABF-F25CE608C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E082-7CDE-44D9-881F-5177DFCC4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AEB8E-7254-4268-81D1-474A852C4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0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t 3">
            <a:extLst>
              <a:ext uri="{FF2B5EF4-FFF2-40B4-BE49-F238E27FC236}">
                <a16:creationId xmlns:a16="http://schemas.microsoft.com/office/drawing/2014/main" id="{93F53B63-98AD-464D-80ED-21C86D108A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tart 1">
            <a:extLst>
              <a:ext uri="{FF2B5EF4-FFF2-40B4-BE49-F238E27FC236}">
                <a16:creationId xmlns:a16="http://schemas.microsoft.com/office/drawing/2014/main" id="{0D0B3E10-268B-4F96-95B5-FAC6317BCD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9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tart 2">
            <a:extLst>
              <a:ext uri="{FF2B5EF4-FFF2-40B4-BE49-F238E27FC236}">
                <a16:creationId xmlns:a16="http://schemas.microsoft.com/office/drawing/2014/main" id="{68DF13E4-9BC5-4039-A3B9-E1E4BDC1BF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2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tart 3">
            <a:extLst>
              <a:ext uri="{FF2B5EF4-FFF2-40B4-BE49-F238E27FC236}">
                <a16:creationId xmlns:a16="http://schemas.microsoft.com/office/drawing/2014/main" id="{64017CC9-9315-4188-9AB7-A960E2F2D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C26E0B-DC34-4863-B262-1342DEEDE874}"/>
              </a:ext>
            </a:extLst>
          </p:cNvPr>
          <p:cNvSpPr/>
          <p:nvPr/>
        </p:nvSpPr>
        <p:spPr>
          <a:xfrm>
            <a:off x="6106160" y="2148840"/>
            <a:ext cx="2560320" cy="2560320"/>
          </a:xfrm>
          <a:prstGeom prst="rect">
            <a:avLst/>
          </a:prstGeom>
          <a:noFill/>
          <a:ln w="76200">
            <a:solidFill>
              <a:srgbClr val="1E497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45C55-BC7F-40F8-802F-7C0380D1E4B2}"/>
              </a:ext>
            </a:extLst>
          </p:cNvPr>
          <p:cNvSpPr txBox="1"/>
          <p:nvPr/>
        </p:nvSpPr>
        <p:spPr>
          <a:xfrm>
            <a:off x="2455506" y="1720840"/>
            <a:ext cx="46645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rgbClr val="F5F5F5"/>
                </a:solidFill>
              </a:rPr>
              <a:t>Freight Dispatch</a:t>
            </a:r>
          </a:p>
          <a:p>
            <a:r>
              <a:rPr lang="en-US" sz="72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rgbClr val="F5F5F5"/>
                </a:solidFill>
              </a:rPr>
              <a:t>Training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CCA1C-5F30-497F-A517-60A70294FBBC}"/>
              </a:ext>
            </a:extLst>
          </p:cNvPr>
          <p:cNvSpPr txBox="1"/>
          <p:nvPr/>
        </p:nvSpPr>
        <p:spPr>
          <a:xfrm>
            <a:off x="6204031" y="2497976"/>
            <a:ext cx="25603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E3DE00"/>
                </a:solidFill>
                <a:latin typeface="+mj-lt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316096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1" presetClass="entr" presetSubtype="3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6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5" presetClass="exit" presetSubtype="0" fill="hold" grpId="3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1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5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50" decel="50000">
                                          <p:stCondLst>
                                            <p:cond delay="10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50" accel="50000">
                                          <p:stCondLst>
                                            <p:cond delay="10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1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5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50" decel="50000">
                                          <p:stCondLst>
                                            <p:cond delay="10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50" accel="50000">
                                          <p:stCondLst>
                                            <p:cond delay="10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6" presetClass="exit" presetSubtype="0" fill="hold" grpId="1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5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xit" presetSubtype="4" fill="hold" grpId="1" nodeType="withEffect">
                                  <p:stCondLst>
                                    <p:cond delay="7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" presetClass="exit" presetSubtype="8" fill="hold" grpId="1" nodeType="withEffect">
                                  <p:stCondLst>
                                    <p:cond delay="7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12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2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" presetClass="exit" presetSubtype="2" fill="hold" grpId="1" nodeType="withEffect">
                                  <p:stCondLst>
                                    <p:cond delay="7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12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8" grpId="2" animBg="1"/>
      <p:bldP spid="8" grpId="3" animBg="1"/>
      <p:bldP spid="9" grpId="0"/>
      <p:bldP spid="9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Jesse Conley</dc:creator>
  <cp:lastModifiedBy>Jesse Conley</cp:lastModifiedBy>
  <cp:revision>1</cp:revision>
  <dcterms:created xsi:type="dcterms:W3CDTF">2021-02-10T18:19:53Z</dcterms:created>
  <dcterms:modified xsi:type="dcterms:W3CDTF">2021-02-10T18:24:37Z</dcterms:modified>
</cp:coreProperties>
</file>